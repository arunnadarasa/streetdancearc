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ENCODE × ARC  ·  STABLECOIN HACKATHON  ·  AUG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972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DANCE MOVE</a:t>
            </a:r>
            <a:endParaRPr lang="en-US" sz="8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TOKENS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Onchain rights + streetwear, settled in stablecoins on Circle's Arc.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5486400"/>
            <a:ext cx="2194560" cy="502920"/>
          </a:xfrm>
          <a:prstGeom prst="roundRect">
            <a:avLst>
              <a:gd name="adj" fmla="val 45455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486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USDC gas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5486400"/>
            <a:ext cx="2194560" cy="502920"/>
          </a:xfrm>
          <a:prstGeom prst="roundRect">
            <a:avLst>
              <a:gd name="adj" fmla="val 45455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5486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EURC + cirBTC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5486400"/>
            <a:ext cx="2194560" cy="502920"/>
          </a:xfrm>
          <a:prstGeom prst="roundRect">
            <a:avLst>
              <a:gd name="adj" fmla="val 45455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5486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Privy · Google login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5486400"/>
            <a:ext cx="2194560" cy="502920"/>
          </a:xfrm>
          <a:prstGeom prst="roundRect">
            <a:avLst>
              <a:gd name="adj" fmla="val 45455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5486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Verified on Arcscan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streetdancearc.lovable.app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Choreographers built the internet's dance layer.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They got paid $0.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5669280" cy="2926080"/>
          </a:xfrm>
          <a:prstGeom prst="roundRect">
            <a:avLst>
              <a:gd name="adj" fmla="val 4688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38328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E94560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$0</a:t>
            </a:r>
            <a:endParaRPr lang="en-US" sz="140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paid to the choreographer behind the most-copied TikTok dance of 2025.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92240" y="3291840"/>
            <a:ext cx="45720" cy="64008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32461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registry of who made which move.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92240" y="4251960"/>
            <a:ext cx="45720" cy="64008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42062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No settlement rail once it goes viral.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92240" y="5212080"/>
            <a:ext cx="45720" cy="64008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51663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Merch and licensing revenue routes around the creator.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Street dance already knows how to give credit.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We give it a settlement layer.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5486400" cy="3200400"/>
          </a:xfrm>
          <a:prstGeom prst="roundRect">
            <a:avLst>
              <a:gd name="adj" fmla="val 4286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63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CULTURE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34747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“Credit or catch a fade.”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Crews, battles, and callouts already enforce authorship offline. The rules exist — the receipts don't.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926080"/>
            <a:ext cx="5486400" cy="3200400"/>
          </a:xfrm>
          <a:prstGeom prst="roundRect">
            <a:avLst>
              <a:gd name="adj" fmla="val 4286"/>
            </a:avLst>
          </a:prstGeom>
          <a:solidFill>
            <a:srgbClr val="16161A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063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ONCHAIN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4747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log(token, amount, cid) — one call, immutable, priced in USDC / EURC / cirBTC. Arcscan is the receipt.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Two products. One repo. Same wallet.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86400" cy="3931920"/>
          </a:xfrm>
          <a:prstGeom prst="roundRect">
            <a:avLst>
              <a:gd name="adj" fmla="val 3488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2316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0A0A0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Agentic Economy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RIGHTS REGISTRY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Log any dance move onchain in one call. AI agent quotes, pays, and files the receipt autonomously.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17920" y="2194560"/>
            <a:ext cx="5486400" cy="3931920"/>
          </a:xfrm>
          <a:prstGeom prst="roundRect">
            <a:avLst>
              <a:gd name="adj" fmla="val 3488"/>
            </a:avLst>
          </a:prstGeom>
          <a:solidFill>
            <a:srgbClr val="16161A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242316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0A0A0A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4231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DeFi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30175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STREETWEAR SHOP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92240" y="40233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Sneakers, snapbacks, jackets. Checkout in USDC, EURC, or cirBTC via Circle App Kits.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LIVE ON ARC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5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Shipped. Deployed. Verified.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5042002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Arc Testnet chain id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10312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0.8.24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34340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solc, verified on Arcscan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0" y="210312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6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decimals — USDC is gas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11247120" cy="1645920"/>
          </a:xfrm>
          <a:prstGeom prst="roundRect">
            <a:avLst>
              <a:gd name="adj" fmla="val 8333"/>
            </a:avLst>
          </a:prstGeom>
          <a:solidFill>
            <a:srgbClr val="16161A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526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DanceMoveTokens.sol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937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F6F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0x4d13b45f823f8944522890c20d8695b6005465f0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Verified on Arcscan · USDC · EURC · cirBTC supported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TRACK 1 · AGENTIC ECONOMY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The Rights Agent files receipts while you sleep.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2148840" cy="3291840"/>
          </a:xfrm>
          <a:prstGeom prst="roundRect">
            <a:avLst>
              <a:gd name="adj" fmla="val 638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User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1874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"Log the reverse windmill."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06040" y="35661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788920" y="2377440"/>
            <a:ext cx="2148840" cy="3291840"/>
          </a:xfrm>
          <a:prstGeom prst="roundRect">
            <a:avLst>
              <a:gd name="adj" fmla="val 638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88920" y="3063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Agent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926080" y="3703320"/>
            <a:ext cx="1874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Gemini + Circle Agent Stack decides token + fee.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120640" y="2377440"/>
            <a:ext cx="2148840" cy="3291840"/>
          </a:xfrm>
          <a:prstGeom prst="roundRect">
            <a:avLst>
              <a:gd name="adj" fmla="val 638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120640" y="3063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Pay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5257800" y="3703320"/>
            <a:ext cx="1874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Signs USDC / EURC / cirBTC from treasury wallet.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69480" y="35661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452360" y="2377440"/>
            <a:ext cx="2148840" cy="3291840"/>
          </a:xfrm>
          <a:prstGeom prst="roundRect">
            <a:avLst>
              <a:gd name="adj" fmla="val 638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3063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log()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589520" y="3703320"/>
            <a:ext cx="1874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Contract writes token, amount, cid onchain.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0" y="35661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784080" y="2377440"/>
            <a:ext cx="2148840" cy="3291840"/>
          </a:xfrm>
          <a:prstGeom prst="roundRect">
            <a:avLst>
              <a:gd name="adj" fmla="val 638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B954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784080" y="3063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Receipt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9921240" y="3703320"/>
            <a:ext cx="1874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Arcscan tx returned to user, no click required.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Autonomous spending in USDC · decision logic in the agent, not the UI.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TRACK 2 · DEFI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7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Programmable money for the culture.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11247120" cy="1783080"/>
          </a:xfrm>
          <a:prstGeom prst="roundRect">
            <a:avLst>
              <a:gd name="adj" fmla="val 7692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7830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MULTI-STABLECOIN CHECKOUT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2971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Shopify catalog priced in USD, settled in USDC, EURC, or cirBTC. App Kits Unified Balance picks the token with headroom.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11247120" cy="1783080"/>
          </a:xfrm>
          <a:prstGeom prst="roundRect">
            <a:avLst>
              <a:gd name="adj" fmla="val 7692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160520"/>
            <a:ext cx="73152" cy="17830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NANOPAYMENT ROYALTIES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arc-nanopayments streams sub-cent USDC per play back to the choreographer's wallet. Continuous, not periodic.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Meaningful use of Arc · conditional flows · App Kits + arc-nanopayments.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HOW WE MAP TO THE CRITERIA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8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Every judging bullet has a feature behind it.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JUDGING BULLET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577840" y="18745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OUR FEATURE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11247120" cy="594360"/>
          </a:xfrm>
          <a:prstGeom prst="rect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3172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Meaningful use of Arc / USDC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23317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Contract deployed + verified, USDC as gas token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9718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Programmable money flows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77840" y="297180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Autonomous agent settlement + nanopayment royalty streams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1247120" cy="594360"/>
          </a:xfrm>
          <a:prstGeom prst="rect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6118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Uses App Kits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0" y="361188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Unified Balance + Send in the streetwear checkout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4251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Agent with decision logic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425196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Rights Agent picks token, fee, and files log() unattended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892040"/>
            <a:ext cx="11247120" cy="594360"/>
          </a:xfrm>
          <a:prstGeom prst="rect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8920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Autonomous spending in USDC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489204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Treasury wallet signs via Circle SCP — no manual approval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53212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Uses Agent Stack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577840" y="55321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Circle agent-stack-starter-kits scaffolds the Rights Agent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669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TRACTION &amp; ROADMAP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DANCE MOVE TOKENS  ·  ARC TESTNET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Working today. Shipping through Demo Day.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40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SHIPPED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Contract verified on Arcscan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3375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3337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Privy Google login + embedded wallet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9319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156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7 SKUs live in Shopify (dev store)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452628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45262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USDC / EURC / cirBTC token switcher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51206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1560" y="5120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Mobile-tuned end to end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16161A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240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NEXT (AUG 9 · AUG 20)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2743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Rights Agent GA — Gemini + Agent Stack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33375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812280" y="3337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Nanopayment royalty streams (per-play)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39319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81228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ERC-721 receipt NFT per logged move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46520" y="452628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812280" y="45262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Crew treasuries + on-chain cosigns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46520" y="51206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456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812280" y="5120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Demo Day rehearsal + judge Q&amp;A pack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BUILT FOR ENCODE × ARC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Give the culture</a:t>
            </a:r>
            <a:endParaRPr lang="en-US" sz="7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FCF6F5"/>
                </a:solidFill>
                <a:latin typeface="DejaVu Sans Condensed" pitchFamily="34" charset="0"/>
                <a:ea typeface="DejaVu Sans Condensed" pitchFamily="34" charset="-122"/>
                <a:cs typeface="DejaVu Sans Condensed" pitchFamily="34" charset="-120"/>
              </a:rPr>
              <a:t>its receipts.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822960" y="420624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LIVE APP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4709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streetdancearc.lovable.app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420624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CONTRACT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4709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arcscan · 0x4d13…65f0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0" y="420624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16161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4108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B95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TREASURY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41080" y="4709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F6F5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0x6761…a420 · Circle SCP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Team Choreo Ledger  ·  hello@streetdancearc.app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Dance Move Tokens — Judges Deck</dc:title>
  <dc:subject>PptxGenJS Presentation</dc:subject>
  <dc:creator>PptxGenJS</dc:creator>
  <cp:lastModifiedBy>PptxGenJS</cp:lastModifiedBy>
  <cp:revision>1</cp:revision>
  <dcterms:created xsi:type="dcterms:W3CDTF">2026-07-23T09:20:33Z</dcterms:created>
  <dcterms:modified xsi:type="dcterms:W3CDTF">2026-07-23T09:20:33Z</dcterms:modified>
</cp:coreProperties>
</file>